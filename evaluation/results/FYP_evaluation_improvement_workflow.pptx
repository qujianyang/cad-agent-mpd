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280ec755674b9d" /><Relationship Type="http://schemas.openxmlformats.org/officeDocument/2006/relationships/extended-properties" Target="/docProps/app.xml" Id="Rc15b5ddafc004329" /><Relationship Type="http://schemas.openxmlformats.org/officeDocument/2006/relationships/officeDocument" Target="/ppt/presentation.xml" Id="Ra888235f027149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1551c0734e45ff"/>
  </p:sldMasterIdLst>
  <p:notesMasterIdLst>
    <p:notesMasterId xmlns:r="http://schemas.openxmlformats.org/officeDocument/2006/relationships" r:id="R7f6c66a023f04160"/>
  </p:notesMasterIdLst>
  <p:sldIdLst>
    <p:sldId xmlns:r="http://schemas.openxmlformats.org/officeDocument/2006/relationships" id="256" r:id="R61690f2f9a2444c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9448b26ae64497" /><Relationship Type="http://schemas.openxmlformats.org/officeDocument/2006/relationships/slideMaster" Target="/ppt/slideMasters/slideMaster1.xml" Id="R571551c0734e45ff" /><Relationship Type="http://schemas.openxmlformats.org/officeDocument/2006/relationships/notesMaster" Target="/ppt/notesMasters/notesMaster1.xml" Id="R7f6c66a023f04160" /><Relationship Type="http://schemas.openxmlformats.org/officeDocument/2006/relationships/presProps" Target="/ppt/presProps.xml" Id="R76d5e5400ffc4978" /><Relationship Type="http://schemas.openxmlformats.org/officeDocument/2006/relationships/tableStyles" Target="/ppt/tableStyles.xml" Id="Rdc1a7ed85d3745f2" /><Relationship Type="http://schemas.openxmlformats.org/officeDocument/2006/relationships/slide" Target="/ppt/slides/slide1.xml" Id="R61690f2f9a2444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d6da65fb8045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29311e73ef4869" /><Relationship Type="http://schemas.openxmlformats.org/officeDocument/2006/relationships/notesMaster" Target="/ppt/notesMasters/notesMaster1.xml" Id="Rc31e12c5fe394e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feeea7121d47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101924b1eb4f42" /><Relationship Type="http://schemas.openxmlformats.org/officeDocument/2006/relationships/slideLayout" Target="/ppt/slideLayouts/slideLayout1.xml" Id="Raba4a71aa6cb42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a4a71aa6cb42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8d0afe85a4f57" /><Relationship Type="http://schemas.openxmlformats.org/officeDocument/2006/relationships/notesSlide" Target="/ppt/notesSlides/notesSlide1.xml" Id="R22d12a134aac42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CFD6E6-5B3B-4511-93BE-0B717292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Evaluation converts failures into targeted system improvements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6F4C3-1DF7-4CB2-AF56-645CE5D3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906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One frozen local model. Controlled component changes. Safety evidence determines what is improved next.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3ED4C-1206-4A51-B265-A3416D3C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38300"/>
            <a:ext cx="1714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3335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DCDF8-E3ED-4B41-8E6F-25604DB7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59FAD-AC05-47A8-A79A-9D64C62A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Freeze the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C0816-69D8-4DDA-9994-A8EAD7B3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1409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Qwen3.5 9B</a:t>
            </a:r>
          </a:p>
          <a:p xmlns:a="http://schemas.openxmlformats.org/drawingml/2006/main">
            <a:pPr algn="l">
              <a:defRPr sz="1163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BGE-M3</a:t>
            </a:r>
          </a:p>
          <a:p xmlns:a="http://schemas.openxmlformats.org/drawingml/2006/main">
            <a:pPr algn="l">
              <a:defRPr sz="1163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170 cases x 3 repeats</a:t>
            </a:r>
          </a:p>
          <a:p xmlns:a="http://schemas.openxmlformats.org/drawingml/2006/main">
            <a:pPr algn="l">
              <a:defRPr sz="1163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Fixed inference settings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0F967-7FFE-4FE0-A0D1-DA604918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38300"/>
            <a:ext cx="1714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3335">
            <a:solidFill>
              <a:srgbClr val="1570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3E2CE-37B8-4BE9-A413-63C1306E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90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B0B76D-A0A3-4F2C-B861-BEF24E9D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526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74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Run controlled ablation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FB736-737E-46AE-A3EC-2D778D12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57500"/>
            <a:ext cx="1409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B  Model only</a:t>
            </a:r>
          </a:p>
          <a:p xmlns:a="http://schemas.openxmlformats.org/drawingml/2006/main">
            <a:pPr algn="l">
              <a:defRPr sz="1163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C  + Python tools</a:t>
            </a:r>
          </a:p>
          <a:p xmlns:a="http://schemas.openxmlformats.org/drawingml/2006/main">
            <a:pPr algn="l">
              <a:defRPr sz="1163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D  + tools + local RAG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464E0D-F2BA-4BED-9C58-A777498F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38300"/>
            <a:ext cx="1714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3335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7DAE4E-3CAD-44AC-9D4E-4F477A3E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90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E48521-7691-4B5E-8D27-F100CE73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526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71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Measure safety and reliability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37951-5A0A-4550-80E5-F4AB7AD6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1409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Verdict + false-safe</a:t>
            </a:r>
          </a:p>
          <a:p xmlns:a="http://schemas.openxmlformats.org/drawingml/2006/main">
            <a:pPr algn="l">
              <a:defRPr sz="1163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Tool + arguments</a:t>
            </a:r>
          </a:p>
          <a:p xmlns:a="http://schemas.openxmlformats.org/drawingml/2006/main">
            <a:pPr algn="l">
              <a:defRPr sz="1163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Retrieval + citations</a:t>
            </a:r>
          </a:p>
          <a:p xmlns:a="http://schemas.openxmlformats.org/drawingml/2006/main">
            <a:pPr algn="l">
              <a:defRPr sz="1163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Latency + failures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95333-E1B9-45BF-B296-D521E32C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38300"/>
            <a:ext cx="1714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3335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3D2244-DA3F-442C-881B-121817EC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1F076F-20AC-4FA7-882E-42BA0746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Locate the failure 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37A3BF-2880-4922-845A-F68023D0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1409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Model or prompt</a:t>
            </a:r>
          </a:p>
          <a:p xmlns:a="http://schemas.openxmlformats.org/drawingml/2006/main">
            <a:pPr algn="l">
              <a:defRPr sz="1163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Tool or schema</a:t>
            </a:r>
          </a:p>
          <a:p xmlns:a="http://schemas.openxmlformats.org/drawingml/2006/main">
            <a:pPr algn="l">
              <a:defRPr sz="1163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Corpus or retrieval</a:t>
            </a:r>
          </a:p>
          <a:p xmlns:a="http://schemas.openxmlformats.org/drawingml/2006/main">
            <a:pPr algn="l">
              <a:defRPr sz="1163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Output contract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0C8D68-5A90-460E-B44F-A0CC0F20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1714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3335">
            <a:solidFill>
              <a:srgbClr val="1570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22866A-8A4A-4299-B5D2-715B7E61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90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8A7610-6FF4-43B5-8AEB-129E8944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72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Improve on development cases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C6479F-6877-48AC-82D8-098C7D5E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1409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Code guard</a:t>
            </a:r>
          </a:p>
          <a:p xmlns:a="http://schemas.openxmlformats.org/drawingml/2006/main">
            <a:pPr algn="l">
              <a:defRPr sz="1163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Prompt or tool description</a:t>
            </a:r>
          </a:p>
          <a:p xmlns:a="http://schemas.openxmlformats.org/drawingml/2006/main">
            <a:pPr algn="l">
              <a:defRPr sz="1163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Corpus or retriever</a:t>
            </a:r>
          </a:p>
          <a:p xmlns:a="http://schemas.openxmlformats.org/drawingml/2006/main">
            <a:pPr algn="l">
              <a:defRPr sz="1163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LoRA only if needed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3B4162-78A1-4FA8-9E7E-309B8C62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638300"/>
            <a:ext cx="1714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13335">
            <a:solidFill>
              <a:srgbClr val="06764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6B7541-1076-44BD-B2B9-98DAE617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907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8A99FE-25D7-45FC-8BF9-50A4183F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Prove the improvement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7A894E-1735-45E1-AE11-FDDE8CC8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0"/>
            <a:ext cx="1409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Freeze system v2</a:t>
            </a:r>
          </a:p>
          <a:p xmlns:a="http://schemas.openxmlformats.org/drawingml/2006/main">
            <a:pPr algn="l">
              <a:defRPr sz="1163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New untouched holdout</a:t>
            </a:r>
          </a:p>
          <a:p xmlns:a="http://schemas.openxmlformats.org/drawingml/2006/main">
            <a:pPr algn="l">
              <a:defRPr sz="1163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Same safety metrics</a:t>
            </a:r>
          </a:p>
          <a:p xmlns:a="http://schemas.openxmlformats.org/drawingml/2006/main">
            <a:pPr algn="l">
              <a:defRPr sz="1163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Paired statistics</a:t>
            </a:r>
          </a:p>
        </p:txBody>
      </p:sp>
      <p:cxnSp>
        <p:nvCxnSpPr>
          <p:cNvPr id="69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133600" y="29718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8A2B3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019550" y="29718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8A2B3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905500" y="29718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8A2B3"/>
            </a:solidFill>
            <a:prstDash val="soli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791450" y="29718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8A2B3"/>
            </a:solidFill>
            <a:prstDash val="soli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677400" y="297180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8A2B3"/>
            </a:solidFill>
            <a:prstDash val="soli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92A264-A192-4AA2-904A-704E361D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86300"/>
            <a:ext cx="111442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D0D5D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A6A2D0-9E6F-4DAD-85AE-0EE1B676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0E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70EF"/>
                </a:solidFill>
                <a:latin typeface="Arial"/>
                <a:ea typeface="Arial"/>
                <a:cs typeface="Arial"/>
              </a:rPr>
              <a:t>OBSERVED BASELINE 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2B8113-8B7F-4EA3-AF17-9BAA7878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Verdict accuracy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07E40D-A5D1-4852-AA4A-673A90DB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191125"/>
            <a:ext cx="464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38.6%  -&gt;  82.1%  -&gt;  84.3%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6CA3AE-C37A-46C3-BCCF-380FEF0B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007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Raw model       + tools          + RAG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A8F0AF-A19D-455A-9EEF-E718B11A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False-safe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5630AB-315B-4C42-B5D0-829E1559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8388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764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67647"/>
                </a:solidFill>
                <a:latin typeface="Arial"/>
                <a:ea typeface="Arial"/>
                <a:cs typeface="Arial"/>
              </a:rPr>
              <a:t>13.8%  -&gt;  13.8%  -&gt;  3.4%</a:t>
            </a:r>
          </a:p>
        </p:txBody>
      </p:sp>
      <p:cxnSp>
        <p:nvCxnSpPr>
          <p:cNvPr id="81" name=""/>
          <p:cNvCxnSpPr/>
          <p:nvPr/>
        </p:nvCxnSpPr>
        <p:spPr>
          <a:xfrm xmlns:a="http://schemas.openxmlformats.org/drawingml/2006/main">
            <a:off x="7239000" y="4895850"/>
            <a:ext cx="0" cy="11620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41DA17-6283-496E-8F2B-605F81C0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9149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Evaluation rule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A3810B-3C99-46C8-A1B7-515541F0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267325"/>
            <a:ext cx="3562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Diagnose and improve using separate development cases. The revised system is accepted only after evaluation on a new untouched holdout.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4FC7D9-792A-42F4-87C3-885CF915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579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Safety-focused local shock-mount engineering agent</a:t>
            </a:r>
          </a:p>
        </p:txBody>
      </p:sp>
    </p:spTree>
    <p:extLst>
      <p:ext uri="{BB962C8B-B14F-4D97-AF65-F5344CB8AC3E}">
        <p14:creationId xmlns:p14="http://schemas.microsoft.com/office/powerpoint/2010/main" val="5497360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2026-07-17T08:08:38.6510000Z</dcterms:created>
  <dcterms:modified xsi:type="dcterms:W3CDTF">2026-07-17T08:08:38.6510000Z</dcterms:modified>
</coreProperties>
</file>